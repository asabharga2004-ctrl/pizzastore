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2243E-96E3-4C5C-9E5C-D78D34D91317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A9CB8E3-BD99-4A31-9EC6-BA2BA5C58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613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2243E-96E3-4C5C-9E5C-D78D34D91317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CB8E3-BD99-4A31-9EC6-BA2BA5C58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6964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2243E-96E3-4C5C-9E5C-D78D34D91317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A9CB8E3-BD99-4A31-9EC6-BA2BA5C58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178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2243E-96E3-4C5C-9E5C-D78D34D91317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A9CB8E3-BD99-4A31-9EC6-BA2BA5C58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01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2243E-96E3-4C5C-9E5C-D78D34D91317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A9CB8E3-BD99-4A31-9EC6-BA2BA5C58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181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2243E-96E3-4C5C-9E5C-D78D34D91317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CB8E3-BD99-4A31-9EC6-BA2BA5C58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3750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2243E-96E3-4C5C-9E5C-D78D34D91317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CB8E3-BD99-4A31-9EC6-BA2BA5C58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2062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2243E-96E3-4C5C-9E5C-D78D34D91317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CB8E3-BD99-4A31-9EC6-BA2BA5C58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877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2243E-96E3-4C5C-9E5C-D78D34D91317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A9CB8E3-BD99-4A31-9EC6-BA2BA5C58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8374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2243E-96E3-4C5C-9E5C-D78D34D91317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A9CB8E3-BD99-4A31-9EC6-BA2BA5C58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339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2243E-96E3-4C5C-9E5C-D78D34D91317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A9CB8E3-BD99-4A31-9EC6-BA2BA5C58AE9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7265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2243E-96E3-4C5C-9E5C-D78D34D91317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A9CB8E3-BD99-4A31-9EC6-BA2BA5C58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53005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2243E-96E3-4C5C-9E5C-D78D34D91317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A9CB8E3-BD99-4A31-9EC6-BA2BA5C58AE9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727352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2243E-96E3-4C5C-9E5C-D78D34D91317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A9CB8E3-BD99-4A31-9EC6-BA2BA5C58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4052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2243E-96E3-4C5C-9E5C-D78D34D91317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CB8E3-BD99-4A31-9EC6-BA2BA5C58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60199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2243E-96E3-4C5C-9E5C-D78D34D91317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CB8E3-BD99-4A31-9EC6-BA2BA5C58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5458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2243E-96E3-4C5C-9E5C-D78D34D91317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A9CB8E3-BD99-4A31-9EC6-BA2BA5C58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1946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ACC25-BA50-F129-AED0-77C0084045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53805" y="2779776"/>
            <a:ext cx="8915399" cy="2262781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rgbClr val="028090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PIZZA STORE</a:t>
            </a:r>
            <a:b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E409A0-1669-97E5-3D97-C7331B4EFB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0964" y="4301891"/>
            <a:ext cx="6079299" cy="740666"/>
          </a:xfrm>
        </p:spPr>
        <p:txBody>
          <a:bodyPr>
            <a:normAutofit/>
          </a:bodyPr>
          <a:lstStyle/>
          <a:p>
            <a:r>
              <a:rPr lang="en-US" sz="1600" i="1" dirty="0">
                <a:solidFill>
                  <a:srgbClr val="014D5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MERN Stack Full-Stack E-Commerce Application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2F1011-24AE-D78D-7393-F6BE9515BC96}"/>
              </a:ext>
            </a:extLst>
          </p:cNvPr>
          <p:cNvSpPr txBox="1"/>
          <p:nvPr/>
        </p:nvSpPr>
        <p:spPr>
          <a:xfrm>
            <a:off x="678942" y="378937"/>
            <a:ext cx="5548122" cy="2948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3E67C8"/>
                </a:solidFill>
                <a:latin typeface="Times New Roman" panose="02020603050405020304" pitchFamily="18" charset="0"/>
                <a:ea typeface="Poppins Semi-Bold"/>
                <a:cs typeface="Times New Roman" panose="02020603050405020304" pitchFamily="18" charset="0"/>
                <a:sym typeface="Poppins Semi-Bold"/>
              </a:rPr>
              <a:t>WIPRO CAPSTONE PROJECT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3E67C8"/>
                </a:solidFill>
                <a:latin typeface="Times New Roman" panose="02020603050405020304" pitchFamily="18" charset="0"/>
                <a:ea typeface="Poppins Semi-Bold"/>
                <a:cs typeface="Times New Roman" panose="02020603050405020304" pitchFamily="18" charset="0"/>
                <a:sym typeface="Poppins Semi-Bold"/>
              </a:rPr>
              <a:t>GREAT LEARNING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: 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Asa Bhargava Lakshmi Narasimha</a:t>
            </a: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 : asabharga2004@gmail.com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ID :  Pizza Store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Poppins Semi-Bold"/>
                <a:cs typeface="Times New Roman" panose="02020603050405020304" pitchFamily="18" charset="0"/>
                <a:sym typeface="Poppins Semi-Bold"/>
              </a:rPr>
              <a:t>WIPRO NGA –MERN-FY26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121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AF7B8-6EC6-9CFB-A981-BA5C43A3A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24110"/>
            <a:ext cx="8911687" cy="81149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Montserrat Ultra-Bold"/>
                <a:cs typeface="Times New Roman" panose="02020603050405020304" pitchFamily="18" charset="0"/>
                <a:sym typeface="Montserrat Ultra-Bold"/>
              </a:rPr>
              <a:t>DESCRIPTION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Montserrat Ultra-Bold"/>
                <a:cs typeface="Times New Roman" panose="02020603050405020304" pitchFamily="18" charset="0"/>
                <a:sym typeface="Montserrat Ultra-Bold"/>
              </a:rPr>
            </a:b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9D7AF-160B-58AA-8C11-9E3C831D5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156" y="1257300"/>
            <a:ext cx="9762412" cy="3316224"/>
          </a:xfrm>
        </p:spPr>
        <p:txBody>
          <a:bodyPr/>
          <a:lstStyle/>
          <a:p>
            <a:pPr marL="0" indent="0" algn="just">
              <a:lnSpc>
                <a:spcPct val="155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Pizza Store is a full-stack MERN e-commerce application for ordering pizzas online. Customers can register, browse the menu by category, add items to cart, place orders (delivery/pickup), make payments, track orders in real-time, and receive order alert notifications. Admins can perform full menu CRUD, accept/reject orders, manage revenue analytics, and communicate with customers. Built with Node.js + Express backend, MongoDB (8 collections), React frontend with Redux, and JWT authentication.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7F8417-63CC-B4E6-9BE8-83633D40F9C4}"/>
              </a:ext>
            </a:extLst>
          </p:cNvPr>
          <p:cNvSpPr txBox="1"/>
          <p:nvPr/>
        </p:nvSpPr>
        <p:spPr>
          <a:xfrm>
            <a:off x="2093976" y="3558540"/>
            <a:ext cx="7818120" cy="2585323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Express.js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Redux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 Auth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2357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320FF-23A8-0D6A-65F1-64A3CC8EB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60686"/>
            <a:ext cx="8911687" cy="74749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Montserrat Ultra-Bold"/>
                <a:cs typeface="Times New Roman" panose="02020603050405020304" pitchFamily="18" charset="0"/>
                <a:sym typeface="Montserrat Ultra-Bold"/>
              </a:rPr>
              <a:t>TECHNOLOGIES USED</a:t>
            </a:r>
            <a:b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Montserrat Ultra-Bold"/>
                <a:cs typeface="Times New Roman" panose="02020603050405020304" pitchFamily="18" charset="0"/>
                <a:sym typeface="Montserrat Ultra-Bold"/>
              </a:rPr>
            </a:b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5FAED-1777-E6F1-547D-A4DCCD9B5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9323" y="1310640"/>
            <a:ext cx="8915400" cy="3777622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5000"/>
              </a:lnSpc>
              <a:buSzPct val="100000"/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 (Client – React)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5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React.js – Component-based UI library for building the complete user interface</a:t>
            </a:r>
          </a:p>
          <a:p>
            <a:pPr>
              <a:lnSpc>
                <a:spcPct val="155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Redux – Centralized state management for auth tokens, cart state, and order data</a:t>
            </a:r>
          </a:p>
          <a:p>
            <a:pPr>
              <a:lnSpc>
                <a:spcPct val="155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Router – Client-side routing between Menu, Cart, Orders, Admin pages</a:t>
            </a:r>
          </a:p>
          <a:p>
            <a:pPr>
              <a:lnSpc>
                <a:spcPct val="155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Axios – HTTP client for making REST API calls to the Node.js backend</a:t>
            </a:r>
          </a:p>
          <a:p>
            <a:pPr>
              <a:lnSpc>
                <a:spcPct val="155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JWT Authentication – Token stored client-side to maintain secure sessions</a:t>
            </a:r>
          </a:p>
          <a:p>
            <a:pPr>
              <a:lnSpc>
                <a:spcPct val="155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 API (Auth Context) – Manages logged-in user info and role (Admin / Customer)</a:t>
            </a: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370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A18C9-D4DF-CC6B-7C77-636029B1A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51542"/>
            <a:ext cx="8911687" cy="72005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Montserrat Ultra-Bold"/>
                <a:cs typeface="Times New Roman" panose="02020603050405020304" pitchFamily="18" charset="0"/>
                <a:sym typeface="Montserrat Ultra-Bold"/>
              </a:rPr>
              <a:t>TECHNOLOGIES USED</a:t>
            </a:r>
            <a:b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Montserrat Ultra-Bold"/>
                <a:cs typeface="Times New Roman" panose="02020603050405020304" pitchFamily="18" charset="0"/>
                <a:sym typeface="Montserrat Ultra-Bold"/>
              </a:rPr>
            </a:b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C1168-4881-764A-7412-B9944CD24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156" y="1371600"/>
            <a:ext cx="8915400" cy="3777622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(Server – Node.js / Express)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Node.js + Express.js – RESTful API server with 8 route modules (auth, menu, cart, orders, payments, messages, categories, addresses)</a:t>
            </a:r>
          </a:p>
          <a:p>
            <a:pPr algn="just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MongoDB + Mongoose – NoSQL database with 8 collections; seed data populated via seed.js</a:t>
            </a:r>
          </a:p>
          <a:p>
            <a:pPr algn="just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JWT (JSON Web Token) – Authentication &amp; role-based access control (Admin vs Customer)</a:t>
            </a:r>
          </a:p>
          <a:p>
            <a:pPr algn="just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bcryptjs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Password hashing for secure credential storage and login verification</a:t>
            </a:r>
          </a:p>
          <a:p>
            <a:pPr algn="just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Stripe / Payment Module – Handles payment processing linked to orders collection</a:t>
            </a:r>
          </a:p>
          <a:p>
            <a:pPr algn="just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Middleware – CORS, auth guards, error handling across all protected API routes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2625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AD6F0-D957-E986-0111-DBB5FC1A3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9653" y="609609"/>
            <a:ext cx="8911687" cy="67433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APPLICATION</a:t>
            </a:r>
            <a:b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3A5493B-F7C3-379E-FEB5-7610E16F4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6252" y="1283947"/>
            <a:ext cx="1708468" cy="44500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LOGIN PAGE :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7AC4FFE4-2BA2-D0DD-2299-4317828313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0808" y="1728955"/>
            <a:ext cx="8979407" cy="4626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357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9553A-C749-89DF-9FF9-E982D2E5D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1365" y="678974"/>
            <a:ext cx="8911687" cy="72920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APPLICATION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75DA118-CD6F-424F-AEAE-4E1BD0E18A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7389" y="1880878"/>
            <a:ext cx="8687395" cy="41381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0D6DC6-288A-EAC9-F05A-935C492CA5B3}"/>
              </a:ext>
            </a:extLst>
          </p:cNvPr>
          <p:cNvSpPr txBox="1"/>
          <p:nvPr/>
        </p:nvSpPr>
        <p:spPr>
          <a:xfrm>
            <a:off x="2071717" y="140817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MENU PAGE 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3468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78098-9767-1D90-FA43-27FFADD6E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46185"/>
            <a:ext cx="8911687" cy="60118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APPLICATION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D35FF-D33E-6FED-D153-ADE9C9037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3996" y="1411224"/>
            <a:ext cx="2833180" cy="48158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ORDER PAGE :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D8CC87-98AC-06BF-C66C-FDE84613C1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7777" y="1892809"/>
            <a:ext cx="8583271" cy="458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334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F43BB-B754-EB91-8A36-C3E81AB1B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41613"/>
            <a:ext cx="8911687" cy="61033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APPLICATION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26D0555-8467-0CBE-3005-7C554FA107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4832" y="2133600"/>
            <a:ext cx="9171432" cy="41666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803F56-95B1-0489-7C00-B5B9E38A16AC}"/>
              </a:ext>
            </a:extLst>
          </p:cNvPr>
          <p:cNvSpPr txBox="1"/>
          <p:nvPr/>
        </p:nvSpPr>
        <p:spPr>
          <a:xfrm>
            <a:off x="1977390" y="143839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ALERTS PAGE 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882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A457-0A8D-CB45-BD97-E9C21B475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09" y="624110"/>
            <a:ext cx="8911687" cy="72920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APPLICATION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955692-25C8-F42F-496B-AEF69030EA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6601" y="2133600"/>
            <a:ext cx="8425595" cy="41002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634B04-B017-7C62-3DD0-FC3EDE69750C}"/>
              </a:ext>
            </a:extLst>
          </p:cNvPr>
          <p:cNvSpPr txBox="1"/>
          <p:nvPr/>
        </p:nvSpPr>
        <p:spPr>
          <a:xfrm>
            <a:off x="1968246" y="155879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PAGE 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407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43992-C897-95EB-2544-A4E2E2985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46184"/>
            <a:ext cx="8911687" cy="61947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API ENDPOINTS &amp; DATABASE DESIGN</a:t>
            </a:r>
            <a:br>
              <a:rPr lang="en-US" dirty="0">
                <a:solidFill>
                  <a:schemeClr val="tx1"/>
                </a:solidFill>
              </a:rPr>
            </a:b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1F286-2D65-010D-7C2C-7B5602F20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2970" y="2025134"/>
            <a:ext cx="5989320" cy="3890474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45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</a:t>
            </a:r>
            <a:r>
              <a:rPr lang="en-US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r>
              <a:rPr lang="en-US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/auth/register  – Customer registration</a:t>
            </a:r>
            <a:endParaRPr lang="en-US" dirty="0">
              <a:solidFill>
                <a:schemeClr val="tx1"/>
              </a:solidFill>
            </a:endParaRPr>
          </a:p>
          <a:p>
            <a:pPr algn="just">
              <a:lnSpc>
                <a:spcPct val="145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</a:t>
            </a:r>
            <a:r>
              <a:rPr lang="en-US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r>
              <a:rPr lang="en-US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/auth/login   – Login + JWT token</a:t>
            </a:r>
            <a:endParaRPr lang="en-US" dirty="0">
              <a:solidFill>
                <a:schemeClr val="tx1"/>
              </a:solidFill>
            </a:endParaRPr>
          </a:p>
          <a:p>
            <a:pPr algn="just">
              <a:lnSpc>
                <a:spcPct val="145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/</a:t>
            </a:r>
            <a:r>
              <a:rPr lang="en-US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r>
              <a:rPr lang="en-US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/menu      – Fetch all menu items</a:t>
            </a:r>
            <a:endParaRPr lang="en-US" dirty="0">
              <a:solidFill>
                <a:schemeClr val="tx1"/>
              </a:solidFill>
            </a:endParaRPr>
          </a:p>
          <a:p>
            <a:pPr algn="just">
              <a:lnSpc>
                <a:spcPct val="145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</a:t>
            </a:r>
            <a:r>
              <a:rPr lang="en-US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r>
              <a:rPr lang="en-US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/cart     – Add item to cart</a:t>
            </a:r>
            <a:endParaRPr lang="en-US" dirty="0">
              <a:solidFill>
                <a:schemeClr val="tx1"/>
              </a:solidFill>
            </a:endParaRPr>
          </a:p>
          <a:p>
            <a:pPr algn="just">
              <a:lnSpc>
                <a:spcPct val="145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</a:t>
            </a:r>
            <a:r>
              <a:rPr lang="en-US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r>
              <a:rPr lang="en-US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/orders     – Place new order</a:t>
            </a:r>
            <a:endParaRPr lang="en-US" dirty="0">
              <a:solidFill>
                <a:schemeClr val="tx1"/>
              </a:solidFill>
            </a:endParaRPr>
          </a:p>
          <a:p>
            <a:pPr algn="just">
              <a:lnSpc>
                <a:spcPct val="145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/</a:t>
            </a:r>
            <a:r>
              <a:rPr lang="en-US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r>
              <a:rPr lang="en-US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/orders/:id – Accept / Reject order (Admin)</a:t>
            </a:r>
            <a:endParaRPr lang="en-US" dirty="0">
              <a:solidFill>
                <a:schemeClr val="tx1"/>
              </a:solidFill>
            </a:endParaRPr>
          </a:p>
          <a:p>
            <a:pPr algn="just">
              <a:lnSpc>
                <a:spcPct val="145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</a:t>
            </a:r>
            <a:r>
              <a:rPr lang="en-US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r>
              <a:rPr lang="en-US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/payments    – Revenue data (Admin)</a:t>
            </a:r>
            <a:endParaRPr lang="en-US" dirty="0">
              <a:solidFill>
                <a:schemeClr val="tx1"/>
              </a:solidFill>
            </a:endParaRPr>
          </a:p>
          <a:p>
            <a:pPr algn="just">
              <a:lnSpc>
                <a:spcPct val="145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</a:t>
            </a:r>
            <a:r>
              <a:rPr lang="en-US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r>
              <a:rPr lang="en-US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/messages    – Order alert messages</a:t>
            </a:r>
            <a:endParaRPr lang="en-US" dirty="0">
              <a:solidFill>
                <a:schemeClr val="tx1"/>
              </a:solidFill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82D048-CF8D-EA6B-C0B2-48D815E15CB8}"/>
              </a:ext>
            </a:extLst>
          </p:cNvPr>
          <p:cNvSpPr txBox="1"/>
          <p:nvPr/>
        </p:nvSpPr>
        <p:spPr>
          <a:xfrm>
            <a:off x="797814" y="148585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/>
              <a:t>REST API Endpoints</a:t>
            </a:r>
            <a:endParaRPr lang="en-US" sz="1800" dirty="0"/>
          </a:p>
        </p:txBody>
      </p:sp>
      <p:sp>
        <p:nvSpPr>
          <p:cNvPr id="71" name="Shape 8">
            <a:extLst>
              <a:ext uri="{FF2B5EF4-FFF2-40B4-BE49-F238E27FC236}">
                <a16:creationId xmlns:a16="http://schemas.microsoft.com/office/drawing/2014/main" id="{617A621D-9324-32D5-D84D-D1B128F4BC93}"/>
              </a:ext>
            </a:extLst>
          </p:cNvPr>
          <p:cNvSpPr/>
          <p:nvPr/>
        </p:nvSpPr>
        <p:spPr>
          <a:xfrm>
            <a:off x="8010906" y="1855184"/>
            <a:ext cx="3383280" cy="402336"/>
          </a:xfrm>
          <a:prstGeom prst="roundRect">
            <a:avLst>
              <a:gd name="adj" fmla="val 11364"/>
            </a:avLst>
          </a:prstGeom>
          <a:solidFill>
            <a:srgbClr val="C8E6E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2" name="Text 9">
            <a:extLst>
              <a:ext uri="{FF2B5EF4-FFF2-40B4-BE49-F238E27FC236}">
                <a16:creationId xmlns:a16="http://schemas.microsoft.com/office/drawing/2014/main" id="{477C6F44-E52F-A102-9168-8F258457CAB5}"/>
              </a:ext>
            </a:extLst>
          </p:cNvPr>
          <p:cNvSpPr/>
          <p:nvPr/>
        </p:nvSpPr>
        <p:spPr>
          <a:xfrm>
            <a:off x="8084058" y="190090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100" dirty="0"/>
          </a:p>
        </p:txBody>
      </p:sp>
      <p:sp>
        <p:nvSpPr>
          <p:cNvPr id="73" name="Text 10">
            <a:extLst>
              <a:ext uri="{FF2B5EF4-FFF2-40B4-BE49-F238E27FC236}">
                <a16:creationId xmlns:a16="http://schemas.microsoft.com/office/drawing/2014/main" id="{F3162B45-735D-500A-F75A-1A9AE0CFF12C}"/>
              </a:ext>
            </a:extLst>
          </p:cNvPr>
          <p:cNvSpPr/>
          <p:nvPr/>
        </p:nvSpPr>
        <p:spPr>
          <a:xfrm>
            <a:off x="9501378" y="1928336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Auth &amp; profile data</a:t>
            </a:r>
            <a:endParaRPr lang="en-US" sz="1000" dirty="0"/>
          </a:p>
        </p:txBody>
      </p:sp>
      <p:sp>
        <p:nvSpPr>
          <p:cNvPr id="74" name="Shape 11">
            <a:extLst>
              <a:ext uri="{FF2B5EF4-FFF2-40B4-BE49-F238E27FC236}">
                <a16:creationId xmlns:a16="http://schemas.microsoft.com/office/drawing/2014/main" id="{E2C5F70C-9E4F-30AC-056C-99590E14A8FD}"/>
              </a:ext>
            </a:extLst>
          </p:cNvPr>
          <p:cNvSpPr/>
          <p:nvPr/>
        </p:nvSpPr>
        <p:spPr>
          <a:xfrm>
            <a:off x="8010906" y="2330672"/>
            <a:ext cx="338328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5" name="Text 12">
            <a:extLst>
              <a:ext uri="{FF2B5EF4-FFF2-40B4-BE49-F238E27FC236}">
                <a16:creationId xmlns:a16="http://schemas.microsoft.com/office/drawing/2014/main" id="{0911FA89-760F-DC03-9D8D-6B31BF89F721}"/>
              </a:ext>
            </a:extLst>
          </p:cNvPr>
          <p:cNvSpPr/>
          <p:nvPr/>
        </p:nvSpPr>
        <p:spPr>
          <a:xfrm>
            <a:off x="8084058" y="237639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76" name="Text 13">
            <a:extLst>
              <a:ext uri="{FF2B5EF4-FFF2-40B4-BE49-F238E27FC236}">
                <a16:creationId xmlns:a16="http://schemas.microsoft.com/office/drawing/2014/main" id="{FD61253D-AF20-F4D2-96AE-8DC15DC230B4}"/>
              </a:ext>
            </a:extLst>
          </p:cNvPr>
          <p:cNvSpPr/>
          <p:nvPr/>
        </p:nvSpPr>
        <p:spPr>
          <a:xfrm>
            <a:off x="9501378" y="2403824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Pizza categories</a:t>
            </a:r>
            <a:endParaRPr lang="en-US" sz="1000" dirty="0"/>
          </a:p>
        </p:txBody>
      </p:sp>
      <p:sp>
        <p:nvSpPr>
          <p:cNvPr id="77" name="Shape 14">
            <a:extLst>
              <a:ext uri="{FF2B5EF4-FFF2-40B4-BE49-F238E27FC236}">
                <a16:creationId xmlns:a16="http://schemas.microsoft.com/office/drawing/2014/main" id="{EF4C8F64-57D6-E23A-81A8-CA26C1F9A62A}"/>
              </a:ext>
            </a:extLst>
          </p:cNvPr>
          <p:cNvSpPr/>
          <p:nvPr/>
        </p:nvSpPr>
        <p:spPr>
          <a:xfrm>
            <a:off x="8010906" y="2806160"/>
            <a:ext cx="3383280" cy="402336"/>
          </a:xfrm>
          <a:prstGeom prst="roundRect">
            <a:avLst>
              <a:gd name="adj" fmla="val 11364"/>
            </a:avLst>
          </a:prstGeom>
          <a:solidFill>
            <a:srgbClr val="C8E6E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8" name="Text 15">
            <a:extLst>
              <a:ext uri="{FF2B5EF4-FFF2-40B4-BE49-F238E27FC236}">
                <a16:creationId xmlns:a16="http://schemas.microsoft.com/office/drawing/2014/main" id="{2BBB60B2-708A-D21A-E8FE-AAC39449C508}"/>
              </a:ext>
            </a:extLst>
          </p:cNvPr>
          <p:cNvSpPr/>
          <p:nvPr/>
        </p:nvSpPr>
        <p:spPr>
          <a:xfrm>
            <a:off x="8084058" y="285188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menuitems</a:t>
            </a:r>
            <a:endParaRPr lang="en-US" sz="1100" dirty="0"/>
          </a:p>
        </p:txBody>
      </p:sp>
      <p:sp>
        <p:nvSpPr>
          <p:cNvPr id="79" name="Text 16">
            <a:extLst>
              <a:ext uri="{FF2B5EF4-FFF2-40B4-BE49-F238E27FC236}">
                <a16:creationId xmlns:a16="http://schemas.microsoft.com/office/drawing/2014/main" id="{EFD5F413-7EB8-F557-7E23-6105323EFC1A}"/>
              </a:ext>
            </a:extLst>
          </p:cNvPr>
          <p:cNvSpPr/>
          <p:nvPr/>
        </p:nvSpPr>
        <p:spPr>
          <a:xfrm>
            <a:off x="9501378" y="287931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Menu items + prices</a:t>
            </a:r>
            <a:endParaRPr lang="en-US" sz="1000" dirty="0"/>
          </a:p>
        </p:txBody>
      </p:sp>
      <p:sp>
        <p:nvSpPr>
          <p:cNvPr id="80" name="Shape 17">
            <a:extLst>
              <a:ext uri="{FF2B5EF4-FFF2-40B4-BE49-F238E27FC236}">
                <a16:creationId xmlns:a16="http://schemas.microsoft.com/office/drawing/2014/main" id="{34696EDA-8B38-DD9A-D7B0-EC9A21135A04}"/>
              </a:ext>
            </a:extLst>
          </p:cNvPr>
          <p:cNvSpPr/>
          <p:nvPr/>
        </p:nvSpPr>
        <p:spPr>
          <a:xfrm>
            <a:off x="8010906" y="3281648"/>
            <a:ext cx="338328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1" name="Text 18">
            <a:extLst>
              <a:ext uri="{FF2B5EF4-FFF2-40B4-BE49-F238E27FC236}">
                <a16:creationId xmlns:a16="http://schemas.microsoft.com/office/drawing/2014/main" id="{A71031AA-FB84-CC9B-9B82-105C3B15BE16}"/>
              </a:ext>
            </a:extLst>
          </p:cNvPr>
          <p:cNvSpPr/>
          <p:nvPr/>
        </p:nvSpPr>
        <p:spPr>
          <a:xfrm>
            <a:off x="8084058" y="332736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addresses</a:t>
            </a:r>
            <a:endParaRPr lang="en-US" sz="1100" dirty="0"/>
          </a:p>
        </p:txBody>
      </p:sp>
      <p:sp>
        <p:nvSpPr>
          <p:cNvPr id="82" name="Text 19">
            <a:extLst>
              <a:ext uri="{FF2B5EF4-FFF2-40B4-BE49-F238E27FC236}">
                <a16:creationId xmlns:a16="http://schemas.microsoft.com/office/drawing/2014/main" id="{2536CA97-51A3-8AA0-88E1-5C1BAAA80620}"/>
              </a:ext>
            </a:extLst>
          </p:cNvPr>
          <p:cNvSpPr/>
          <p:nvPr/>
        </p:nvSpPr>
        <p:spPr>
          <a:xfrm>
            <a:off x="9501378" y="33548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Delivery addresses</a:t>
            </a:r>
            <a:endParaRPr lang="en-US" sz="1000" dirty="0"/>
          </a:p>
        </p:txBody>
      </p:sp>
      <p:sp>
        <p:nvSpPr>
          <p:cNvPr id="83" name="Shape 20">
            <a:extLst>
              <a:ext uri="{FF2B5EF4-FFF2-40B4-BE49-F238E27FC236}">
                <a16:creationId xmlns:a16="http://schemas.microsoft.com/office/drawing/2014/main" id="{3FAEE0DF-8E15-0067-7E54-DB3DDF6D119F}"/>
              </a:ext>
            </a:extLst>
          </p:cNvPr>
          <p:cNvSpPr/>
          <p:nvPr/>
        </p:nvSpPr>
        <p:spPr>
          <a:xfrm>
            <a:off x="8010906" y="3757136"/>
            <a:ext cx="3383280" cy="402336"/>
          </a:xfrm>
          <a:prstGeom prst="roundRect">
            <a:avLst>
              <a:gd name="adj" fmla="val 11364"/>
            </a:avLst>
          </a:prstGeom>
          <a:solidFill>
            <a:srgbClr val="C8E6E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4" name="Text 21">
            <a:extLst>
              <a:ext uri="{FF2B5EF4-FFF2-40B4-BE49-F238E27FC236}">
                <a16:creationId xmlns:a16="http://schemas.microsoft.com/office/drawing/2014/main" id="{3AE90749-FA31-FBA3-29B6-44384312BF5F}"/>
              </a:ext>
            </a:extLst>
          </p:cNvPr>
          <p:cNvSpPr/>
          <p:nvPr/>
        </p:nvSpPr>
        <p:spPr>
          <a:xfrm>
            <a:off x="8084058" y="380285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carts</a:t>
            </a:r>
            <a:endParaRPr lang="en-US" sz="110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C4378828-051B-AC4C-B886-3E60F0329E9B}"/>
              </a:ext>
            </a:extLst>
          </p:cNvPr>
          <p:cNvSpPr/>
          <p:nvPr/>
        </p:nvSpPr>
        <p:spPr>
          <a:xfrm>
            <a:off x="9501378" y="383028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Active cart items</a:t>
            </a:r>
            <a:endParaRPr lang="en-US" sz="1000" dirty="0"/>
          </a:p>
        </p:txBody>
      </p:sp>
      <p:sp>
        <p:nvSpPr>
          <p:cNvPr id="86" name="Shape 23">
            <a:extLst>
              <a:ext uri="{FF2B5EF4-FFF2-40B4-BE49-F238E27FC236}">
                <a16:creationId xmlns:a16="http://schemas.microsoft.com/office/drawing/2014/main" id="{4A090D45-0503-0B8E-2003-970B95BFD218}"/>
              </a:ext>
            </a:extLst>
          </p:cNvPr>
          <p:cNvSpPr/>
          <p:nvPr/>
        </p:nvSpPr>
        <p:spPr>
          <a:xfrm>
            <a:off x="8010906" y="4232624"/>
            <a:ext cx="338328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7" name="Text 24">
            <a:extLst>
              <a:ext uri="{FF2B5EF4-FFF2-40B4-BE49-F238E27FC236}">
                <a16:creationId xmlns:a16="http://schemas.microsoft.com/office/drawing/2014/main" id="{D9731B1E-8DE1-8F5E-673A-35DB88BD6FF5}"/>
              </a:ext>
            </a:extLst>
          </p:cNvPr>
          <p:cNvSpPr/>
          <p:nvPr/>
        </p:nvSpPr>
        <p:spPr>
          <a:xfrm>
            <a:off x="8084058" y="427834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</a:t>
            </a:r>
            <a:endParaRPr lang="en-US" sz="1100" dirty="0"/>
          </a:p>
        </p:txBody>
      </p:sp>
      <p:sp>
        <p:nvSpPr>
          <p:cNvPr id="88" name="Text 25">
            <a:extLst>
              <a:ext uri="{FF2B5EF4-FFF2-40B4-BE49-F238E27FC236}">
                <a16:creationId xmlns:a16="http://schemas.microsoft.com/office/drawing/2014/main" id="{9EAAD3D1-0171-1963-F627-E4D7E970DE40}"/>
              </a:ext>
            </a:extLst>
          </p:cNvPr>
          <p:cNvSpPr/>
          <p:nvPr/>
        </p:nvSpPr>
        <p:spPr>
          <a:xfrm>
            <a:off x="9501378" y="4305776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Order records</a:t>
            </a:r>
            <a:endParaRPr lang="en-US" sz="1000" dirty="0"/>
          </a:p>
        </p:txBody>
      </p:sp>
      <p:sp>
        <p:nvSpPr>
          <p:cNvPr id="89" name="Shape 26">
            <a:extLst>
              <a:ext uri="{FF2B5EF4-FFF2-40B4-BE49-F238E27FC236}">
                <a16:creationId xmlns:a16="http://schemas.microsoft.com/office/drawing/2014/main" id="{18525427-CA15-0DF0-951C-19615D837D2F}"/>
              </a:ext>
            </a:extLst>
          </p:cNvPr>
          <p:cNvSpPr/>
          <p:nvPr/>
        </p:nvSpPr>
        <p:spPr>
          <a:xfrm>
            <a:off x="8010906" y="4708112"/>
            <a:ext cx="3383280" cy="402336"/>
          </a:xfrm>
          <a:prstGeom prst="roundRect">
            <a:avLst>
              <a:gd name="adj" fmla="val 11364"/>
            </a:avLst>
          </a:prstGeom>
          <a:solidFill>
            <a:srgbClr val="C8E6E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0" name="Text 27">
            <a:extLst>
              <a:ext uri="{FF2B5EF4-FFF2-40B4-BE49-F238E27FC236}">
                <a16:creationId xmlns:a16="http://schemas.microsoft.com/office/drawing/2014/main" id="{CD389244-AC92-A7D6-2383-7346C849A4C3}"/>
              </a:ext>
            </a:extLst>
          </p:cNvPr>
          <p:cNvSpPr/>
          <p:nvPr/>
        </p:nvSpPr>
        <p:spPr>
          <a:xfrm>
            <a:off x="8084058" y="475383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</a:t>
            </a:r>
            <a:endParaRPr lang="en-US" sz="1100" dirty="0"/>
          </a:p>
        </p:txBody>
      </p:sp>
      <p:sp>
        <p:nvSpPr>
          <p:cNvPr id="91" name="Text 28">
            <a:extLst>
              <a:ext uri="{FF2B5EF4-FFF2-40B4-BE49-F238E27FC236}">
                <a16:creationId xmlns:a16="http://schemas.microsoft.com/office/drawing/2014/main" id="{DA39C27F-8BE3-81C7-28F7-267188CFCD36}"/>
              </a:ext>
            </a:extLst>
          </p:cNvPr>
          <p:cNvSpPr/>
          <p:nvPr/>
        </p:nvSpPr>
        <p:spPr>
          <a:xfrm>
            <a:off x="9501378" y="4781264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Payment history</a:t>
            </a:r>
            <a:endParaRPr lang="en-US" sz="1000" dirty="0"/>
          </a:p>
        </p:txBody>
      </p:sp>
      <p:sp>
        <p:nvSpPr>
          <p:cNvPr id="92" name="Shape 29">
            <a:extLst>
              <a:ext uri="{FF2B5EF4-FFF2-40B4-BE49-F238E27FC236}">
                <a16:creationId xmlns:a16="http://schemas.microsoft.com/office/drawing/2014/main" id="{5CB92E93-1DFC-B43D-4D05-E81A1964AE4E}"/>
              </a:ext>
            </a:extLst>
          </p:cNvPr>
          <p:cNvSpPr/>
          <p:nvPr/>
        </p:nvSpPr>
        <p:spPr>
          <a:xfrm>
            <a:off x="8010906" y="5183600"/>
            <a:ext cx="338328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3" name="Text 30">
            <a:extLst>
              <a:ext uri="{FF2B5EF4-FFF2-40B4-BE49-F238E27FC236}">
                <a16:creationId xmlns:a16="http://schemas.microsoft.com/office/drawing/2014/main" id="{5DEC736E-BEDD-AE02-A72E-EF70CF357F6F}"/>
              </a:ext>
            </a:extLst>
          </p:cNvPr>
          <p:cNvSpPr/>
          <p:nvPr/>
        </p:nvSpPr>
        <p:spPr>
          <a:xfrm>
            <a:off x="8084058" y="522932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</a:t>
            </a:r>
            <a:endParaRPr lang="en-US" sz="1100" dirty="0"/>
          </a:p>
        </p:txBody>
      </p:sp>
      <p:sp>
        <p:nvSpPr>
          <p:cNvPr id="94" name="Text 31">
            <a:extLst>
              <a:ext uri="{FF2B5EF4-FFF2-40B4-BE49-F238E27FC236}">
                <a16:creationId xmlns:a16="http://schemas.microsoft.com/office/drawing/2014/main" id="{591AB151-38D5-7F18-B4AD-35FB32927AB3}"/>
              </a:ext>
            </a:extLst>
          </p:cNvPr>
          <p:cNvSpPr/>
          <p:nvPr/>
        </p:nvSpPr>
        <p:spPr>
          <a:xfrm>
            <a:off x="9501378" y="525675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Order alert messages</a:t>
            </a:r>
            <a:endParaRPr lang="en-US" sz="1000" dirty="0"/>
          </a:p>
        </p:txBody>
      </p:sp>
      <p:sp>
        <p:nvSpPr>
          <p:cNvPr id="95" name="Shape 6">
            <a:extLst>
              <a:ext uri="{FF2B5EF4-FFF2-40B4-BE49-F238E27FC236}">
                <a16:creationId xmlns:a16="http://schemas.microsoft.com/office/drawing/2014/main" id="{FFFE6ECC-EBD9-B93D-9497-3C8C571A42DC}"/>
              </a:ext>
            </a:extLst>
          </p:cNvPr>
          <p:cNvSpPr/>
          <p:nvPr/>
        </p:nvSpPr>
        <p:spPr>
          <a:xfrm>
            <a:off x="8010906" y="1452848"/>
            <a:ext cx="3383280" cy="329184"/>
          </a:xfrm>
          <a:prstGeom prst="rect">
            <a:avLst/>
          </a:prstGeom>
          <a:solidFill>
            <a:srgbClr val="014D56"/>
          </a:solidFill>
          <a:ln w="12700">
            <a:solidFill>
              <a:srgbClr val="014D56"/>
            </a:solidFill>
            <a:prstDash val="solid"/>
          </a:ln>
        </p:spPr>
      </p:sp>
      <p:sp>
        <p:nvSpPr>
          <p:cNvPr id="96" name="Text 7">
            <a:extLst>
              <a:ext uri="{FF2B5EF4-FFF2-40B4-BE49-F238E27FC236}">
                <a16:creationId xmlns:a16="http://schemas.microsoft.com/office/drawing/2014/main" id="{0483C83E-9210-95CE-7D1B-03445DBF0F81}"/>
              </a:ext>
            </a:extLst>
          </p:cNvPr>
          <p:cNvSpPr/>
          <p:nvPr/>
        </p:nvSpPr>
        <p:spPr>
          <a:xfrm>
            <a:off x="8010906" y="1452848"/>
            <a:ext cx="3782988" cy="329184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MongoDB Collections (8)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4391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B3F97-F6A1-3FF0-8703-F8D9EC64DF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6253" y="694944"/>
            <a:ext cx="8915399" cy="2262781"/>
          </a:xfrm>
        </p:spPr>
        <p:txBody>
          <a:bodyPr>
            <a:normAutofit/>
          </a:bodyPr>
          <a:lstStyle/>
          <a:p>
            <a:r>
              <a:rPr lang="en-IN" sz="7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15309B-A7EB-3456-C9DB-378E16626A6F}"/>
              </a:ext>
            </a:extLst>
          </p:cNvPr>
          <p:cNvSpPr txBox="1"/>
          <p:nvPr/>
        </p:nvSpPr>
        <p:spPr>
          <a:xfrm>
            <a:off x="2114550" y="371561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✉   asabharga2004@gmail.com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16FD27-2467-535D-2D16-7A196B6C1C11}"/>
              </a:ext>
            </a:extLst>
          </p:cNvPr>
          <p:cNvSpPr txBox="1"/>
          <p:nvPr/>
        </p:nvSpPr>
        <p:spPr>
          <a:xfrm>
            <a:off x="2114550" y="419988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🌐  http://localhost:3000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815DF0-D88E-EBFB-09EA-3E2C1636E88B}"/>
              </a:ext>
            </a:extLst>
          </p:cNvPr>
          <p:cNvSpPr txBox="1"/>
          <p:nvPr/>
        </p:nvSpPr>
        <p:spPr>
          <a:xfrm>
            <a:off x="2114550" y="456921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📋  Project ID:  Pizza Store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F36251-018F-28CC-D53F-5BD9390F3B4E}"/>
              </a:ext>
            </a:extLst>
          </p:cNvPr>
          <p:cNvSpPr txBox="1"/>
          <p:nvPr/>
        </p:nvSpPr>
        <p:spPr>
          <a:xfrm>
            <a:off x="2114550" y="512321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📚  Batch: Wipro NGA</a:t>
            </a:r>
            <a:r>
              <a:rPr lang="en-US" dirty="0">
                <a:latin typeface="Times New Roman" panose="02020603050405020304" pitchFamily="18" charset="0"/>
                <a:ea typeface="Poppins Semi-Bold"/>
                <a:cs typeface="Times New Roman" panose="02020603050405020304" pitchFamily="18" charset="0"/>
                <a:sym typeface="Poppins Semi-Bold"/>
              </a:rPr>
              <a:t> -MERN-FY26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67663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81</TotalTime>
  <Words>551</Words>
  <Application>Microsoft Office PowerPoint</Application>
  <PresentationFormat>Widescreen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Century Gothic</vt:lpstr>
      <vt:lpstr>Consolas</vt:lpstr>
      <vt:lpstr>Times New Roman</vt:lpstr>
      <vt:lpstr>Wingdings</vt:lpstr>
      <vt:lpstr>Wingdings 3</vt:lpstr>
      <vt:lpstr>Wisp</vt:lpstr>
      <vt:lpstr>PIZZA STORE </vt:lpstr>
      <vt:lpstr>DESCRIPTION </vt:lpstr>
      <vt:lpstr>TECHNOLOGIES USED </vt:lpstr>
      <vt:lpstr>TECHNOLOGIES USED </vt:lpstr>
      <vt:lpstr>OVERVIEW OF APPLICATION </vt:lpstr>
      <vt:lpstr>OVERVIEW OF APPLICATION </vt:lpstr>
      <vt:lpstr>OVERVIEW OF APPLICATION </vt:lpstr>
      <vt:lpstr>OVERVIEW OF APPLICATION </vt:lpstr>
      <vt:lpstr>OVERVIEW OF APPLICATION </vt:lpstr>
      <vt:lpstr>API ENDPOINTS &amp; DATABASE DESIGN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Pravallika Asa</dc:creator>
  <cp:lastModifiedBy>Asa Pavani</cp:lastModifiedBy>
  <cp:revision>1</cp:revision>
  <dcterms:created xsi:type="dcterms:W3CDTF">2026-03-16T18:00:25Z</dcterms:created>
  <dcterms:modified xsi:type="dcterms:W3CDTF">2026-03-17T02:18:59Z</dcterms:modified>
</cp:coreProperties>
</file>